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yclestay.app" TargetMode="External"/><Relationship Id="rId2" Type="http://schemas.openxmlformats.org/officeDocument/2006/relationships/hyperlink" Target="https://cyclestay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</a:t>
            </a:r>
            <a:pPr indent="0" marL="0">
              <a:buNone/>
            </a:pPr>
            <a:r>
              <a:rPr lang="en-US" sz="13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8C1515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B83A4B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60120"/>
            <a:ext cx="73152" cy="73152"/>
          </a:xfrm>
          <a:prstGeom prst="ellipse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9144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OIT277 · CLASS DEMO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your apartment,</a:t>
            </a:r>
            <a:endParaRPr lang="en-US" sz="5400" dirty="0"/>
          </a:p>
          <a:p>
            <a:pPr indent="0" marL="0">
              <a:buNone/>
            </a:pPr>
            <a:r>
              <a:rPr lang="en-US" sz="5400" i="1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your savings.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 and 4-way home-swap network for MBA and grad students interning anywhere this summer — without double rent, Craigslist risk, or negotiating with strangers.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8046720" cy="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OIT277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3504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cities · 100+ matches/run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</a:t>
            </a:r>
            <a:pPr indent="0" marL="0">
              <a:buNone/>
            </a:pPr>
            <a:r>
              <a:rPr lang="en-US" sz="13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73152" cy="73152"/>
          </a:xfrm>
          <a:prstGeom prst="ellipse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858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interns pay </a:t>
            </a:r>
            <a:pPr indent="0" marL="0">
              <a:buNone/>
            </a:pPr>
            <a:r>
              <a:rPr lang="en-US" sz="3600" i="1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twice</a:t>
            </a:r>
            <a:pPr indent="0" marL="0">
              <a:buNone/>
            </a:pPr>
            <a:r>
              <a:rPr lang="en-US" sz="36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one bed.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30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locked, intern moving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404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leases in Stanford housing, Boston, NYC don't pause for a 10-week internship across the country.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090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Subletting is a part-time job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364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to Craigslist, vetting strangers, chasing deposits — all while studying for finals.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69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050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1-for-1 swaps almost never line 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3251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SF intern needs NYC, but the NYC student needs Boston, not SF. The match dies.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2834640" cy="274320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148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SUMMER COST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0" y="2377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~$9,000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94360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 for an MBA intern paying for two cities for ten weeks.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3749040"/>
            <a:ext cx="256032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840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Home-city rent (held)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0" y="3840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114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Intern-city sublet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4389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on Craigslist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4389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</a:t>
            </a:r>
            <a:pPr indent="0" marL="0">
              <a:buNone/>
            </a:pPr>
            <a:r>
              <a:rPr lang="en-US" sz="13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73152" cy="73152"/>
          </a:xfrm>
          <a:prstGeom prst="ellipse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858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trade with one stranger. </a:t>
            </a:r>
            <a:pPr indent="0" marL="0">
              <a:buNone/>
            </a:pPr>
            <a:r>
              <a:rPr lang="en-US" sz="3200" i="1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</a:t>
            </a:r>
            <a:pPr indent="0" marL="0">
              <a:buNone/>
            </a:pPr>
            <a:r>
              <a:rPr lang="en-US" sz="32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three.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CycleStay treats summer housing as a network problem. We close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 and 4-way loops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A's apartment goes to B, B's to C, C's to A. Everyone moves once. Nobody pays twice.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trust model as a 1-for-1 swap (verified students, university email), but with </a:t>
            </a:r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of magnitude more matches</a:t>
            </a:r>
            <a:pPr indent="0" marL="0">
              <a:buNone/>
            </a:pPr>
            <a:r>
              <a:rPr lang="en-US" sz="13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the algorithm finds chains, not pairs.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554480"/>
            <a:ext cx="2926080" cy="2926080"/>
          </a:xfrm>
          <a:prstGeom prst="ellipse">
            <a:avLst/>
          </a:prstGeom>
          <a:solidFill>
            <a:srgbClr val="F7F5F0">
              <a:alpha val="0"/>
            </a:srgbClr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737360"/>
            <a:ext cx="1108619" cy="1920240"/>
          </a:xfrm>
          <a:prstGeom prst="line">
            <a:avLst/>
          </a:prstGeom>
          <a:noFill/>
          <a:ln w="22225">
            <a:solidFill>
              <a:srgbClr val="8C1515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6206581" y="3657600"/>
            <a:ext cx="2217237" cy="914"/>
          </a:xfrm>
          <a:prstGeom prst="line">
            <a:avLst/>
          </a:prstGeom>
          <a:noFill/>
          <a:ln w="22225">
            <a:solidFill>
              <a:srgbClr val="B83A4B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6206581" y="1737360"/>
            <a:ext cx="1108619" cy="1920240"/>
          </a:xfrm>
          <a:prstGeom prst="line">
            <a:avLst/>
          </a:prstGeom>
          <a:noFill/>
          <a:ln w="22225">
            <a:solidFill>
              <a:srgbClr val="53565A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86600" y="15087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C15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96328" y="1618488"/>
            <a:ext cx="237744" cy="237744"/>
          </a:xfrm>
          <a:prstGeom prst="ellipse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2128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· 2BR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95219" y="34290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83A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4947" y="3538728"/>
            <a:ext cx="237744" cy="237744"/>
          </a:xfrm>
          <a:prstGeom prst="ellipse">
            <a:avLst/>
          </a:prstGeom>
          <a:solidFill>
            <a:srgbClr val="B83A4B"/>
          </a:solidFill>
          <a:ln w="12700">
            <a:solidFill>
              <a:srgbClr val="B83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83739" y="3931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8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00859" y="4133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· 1BR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77981" y="34290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56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7709" y="3538728"/>
            <a:ext cx="237744" cy="237744"/>
          </a:xfrm>
          <a:prstGeom prst="ellipse">
            <a:avLst/>
          </a:prstGeom>
          <a:solidFill>
            <a:srgbClr val="53565A"/>
          </a:solidFill>
          <a:ln w="12700">
            <a:solidFill>
              <a:srgbClr val="5356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66501" y="3931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83621" y="4133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· Studio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</a:t>
            </a:r>
            <a:pPr indent="0" marL="0">
              <a:buNone/>
            </a:pPr>
            <a:r>
              <a:rPr lang="en-US" sz="13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73152" cy="73152"/>
          </a:xfrm>
          <a:prstGeom prst="ellipse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858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 to your </a:t>
            </a:r>
            <a:pPr indent="0" marL="0">
              <a:buNone/>
            </a:pPr>
            <a:r>
              <a:rPr lang="en-US" sz="3600" i="1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home.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606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your place in 5 minutes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few photos, set dates and rent, name cities you'd consider. University email gates the network.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606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240280"/>
            <a:ext cx="457200" cy="457200"/>
          </a:xfrm>
          <a:prstGeom prst="rect">
            <a:avLst/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MATCH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algorithm finds your cycle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66160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search finds 3- and 4-way loops where everyone gets a destination they wanted, ranked by overall 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606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240280"/>
            <a:ext cx="457200" cy="457200"/>
          </a:xfrm>
          <a:prstGeom prst="rect">
            <a:avLst/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55080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SWAP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in, rent-free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55080" y="3703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cycle, sign a CycleStay swap agreement, trade keys. No double rent. No Craigslist.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63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91840" y="4663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 sec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20624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RUNTIME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35040" y="4663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move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4944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</a:t>
            </a:r>
            <a:pPr indent="0" marL="0">
              <a:buNone/>
            </a:pPr>
            <a:r>
              <a:rPr lang="en-US" sz="13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73152" cy="73152"/>
          </a:xfrm>
          <a:prstGeom prst="ellipse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858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CYCLES WIN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most platforms </a:t>
            </a:r>
            <a:pPr indent="0" marL="0">
              <a:buNone/>
            </a:pPr>
            <a:r>
              <a:rPr lang="en-US" sz="3600" i="1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840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1-for-1 sublets only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pairs in a typical student network where both sides want each other's exact city. Most matches die at the first hop.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4023360" cy="2606040"/>
          </a:xfrm>
          <a:prstGeom prst="rect">
            <a:avLst/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Multi-way cycles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B8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80060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3- and 4-way swaps surfaced per matcher run on a 9-city, 250-listing network.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7033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37033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NYC↔BOS↔SF triangles 1-for-1 can't see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386791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8679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date mismatches up to ±7 days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40325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40325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by everyone's preferences, not just first match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8046720" cy="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63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$4,500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SUMMER SAVINGS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1840" y="4663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5196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PER RUN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35040" y="4663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IN NETWORK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</a:t>
            </a:r>
            <a:pPr indent="0" marL="0">
              <a:buNone/>
            </a:pPr>
            <a:r>
              <a:rPr lang="en-US" sz="13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73152" cy="73152"/>
          </a:xfrm>
          <a:prstGeom prst="ellipse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6858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matcher.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8" name="Text 6">
            <a:hlinkClick r:id="rId1" tooltip="Open CycleStay matcher"/>
          </p:cNvPr>
          <p:cNvSpPr/>
          <p:nvPr/>
        </p:nvSpPr>
        <p:spPr>
          <a:xfrm>
            <a:off x="630936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CycleStay match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full app  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65960"/>
            <a:ext cx="8046720" cy="329184"/>
          </a:xfrm>
          <a:prstGeom prst="rect">
            <a:avLst/>
          </a:prstGeom>
          <a:solidFill>
            <a:srgbClr val="F0EEE8"/>
          </a:solidFill>
          <a:ln w="12700">
            <a:solidFill>
              <a:srgbClr val="D9D6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066544"/>
            <a:ext cx="128016" cy="12801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2066544"/>
            <a:ext cx="128016" cy="12801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2066544"/>
            <a:ext cx="128016" cy="12801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020824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cyclestay.app/app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468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</a:t>
            </a:r>
            <a:pPr indent="0" marL="0">
              <a:buNone/>
            </a:pPr>
            <a:r>
              <a:rPr lang="en-US" sz="1400" dirty="0">
                <a:solidFill>
                  <a:srgbClr val="8C1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pPr indent="0" marL="0">
              <a:buNone/>
            </a:pPr>
            <a:r>
              <a:rPr lang="en-US" sz="1400" dirty="0">
                <a:solidFill>
                  <a:srgbClr val="888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matcher</a:t>
            </a:r>
            <a:endParaRPr lang="en-US" sz="1400" dirty="0"/>
          </a:p>
        </p:txBody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914400" y="2743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at cyclestay.app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1546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546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SF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31546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1546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Intern: NYC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23360" y="31546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31546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Dates: Jun–Aug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7315200" cy="502920"/>
          </a:xfrm>
          <a:prstGeom prst="rect">
            <a:avLst/>
          </a:prstGeom>
          <a:solidFill>
            <a:srgbClr val="F7F5F0"/>
          </a:solidFill>
          <a:ln w="6350">
            <a:solidFill>
              <a:srgbClr val="D9D6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6576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 found  </a:t>
            </a:r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→ NYC → BOS → SF</a:t>
            </a:r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3-way cycle · 0.42s · $4,620 saved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home city + intern city, hit </a:t>
            </a:r>
            <a:pPr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matcher</a:t>
            </a:r>
            <a:pPr indent="0" marL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watch a 3- or 4-way cycle come back in &lt;1s.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</a:t>
            </a:r>
            <a:pPr algn="r" indent="0" marL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 · Stanford GSB cohort first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CycleStay — OIT277 Demo</dc:title>
  <dc:subject>PptxGenJS Presentation</dc:subject>
  <dc:creator>CycleStay</dc:creator>
  <cp:lastModifiedBy>CycleStay</cp:lastModifiedBy>
  <cp:revision>1</cp:revision>
  <dcterms:created xsi:type="dcterms:W3CDTF">2026-04-30T00:02:37Z</dcterms:created>
  <dcterms:modified xsi:type="dcterms:W3CDTF">2026-04-30T00:02:37Z</dcterms:modified>
</cp:coreProperties>
</file>